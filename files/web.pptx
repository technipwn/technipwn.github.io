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305" r:id="rId3"/>
    <p:sldId id="296" r:id="rId4"/>
    <p:sldId id="295" r:id="rId5"/>
    <p:sldId id="297" r:id="rId6"/>
    <p:sldId id="298" r:id="rId7"/>
    <p:sldId id="299" r:id="rId8"/>
    <p:sldId id="283" r:id="rId9"/>
    <p:sldId id="285" r:id="rId10"/>
    <p:sldId id="300" r:id="rId11"/>
    <p:sldId id="301" r:id="rId12"/>
    <p:sldId id="302" r:id="rId13"/>
    <p:sldId id="303" r:id="rId14"/>
    <p:sldId id="306" r:id="rId15"/>
    <p:sldId id="284" r:id="rId16"/>
    <p:sldId id="275" r:id="rId17"/>
    <p:sldId id="292" r:id="rId18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E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27488F-790A-6D62-74DF-BA8B50F70215}" v="6" dt="2024-11-23T16:25:54.430"/>
    <p1510:client id="{E05D65DB-9178-A16C-DFEE-6FD2E5CCE25D}" v="138" dt="2024-11-23T16:35:35.7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do Tausi" userId="S::ido.tausi@campus.technion.ac.il::1567c06e-5e2a-4862-b785-95e9ccc091da" providerId="AD" clId="Web-{8930D729-B634-ECE3-9824-64B91DFBBFF4}"/>
    <pc:docChg chg="addSld delSld modSld">
      <pc:chgData name="Ido Tausi" userId="S::ido.tausi@campus.technion.ac.il::1567c06e-5e2a-4862-b785-95e9ccc091da" providerId="AD" clId="Web-{8930D729-B634-ECE3-9824-64B91DFBBFF4}" dt="2024-11-16T18:47:23.802" v="1475"/>
      <pc:docMkLst>
        <pc:docMk/>
      </pc:docMkLst>
      <pc:sldChg chg="modSp">
        <pc:chgData name="Ido Tausi" userId="S::ido.tausi@campus.technion.ac.il::1567c06e-5e2a-4862-b785-95e9ccc091da" providerId="AD" clId="Web-{8930D729-B634-ECE3-9824-64B91DFBBFF4}" dt="2024-11-16T18:47:16.880" v="1472" actId="20577"/>
        <pc:sldMkLst>
          <pc:docMk/>
          <pc:sldMk cId="1021187848" sldId="275"/>
        </pc:sldMkLst>
        <pc:spChg chg="mod">
          <ac:chgData name="Ido Tausi" userId="S::ido.tausi@campus.technion.ac.il::1567c06e-5e2a-4862-b785-95e9ccc091da" providerId="AD" clId="Web-{8930D729-B634-ECE3-9824-64B91DFBBFF4}" dt="2024-11-16T18:47:16.880" v="1472" actId="20577"/>
          <ac:spMkLst>
            <pc:docMk/>
            <pc:sldMk cId="1021187848" sldId="275"/>
            <ac:spMk id="10" creationId="{41D002C8-CC40-FE0D-6F22-238967E65159}"/>
          </ac:spMkLst>
        </pc:spChg>
      </pc:sldChg>
      <pc:sldChg chg="modSp">
        <pc:chgData name="Ido Tausi" userId="S::ido.tausi@campus.technion.ac.il::1567c06e-5e2a-4862-b785-95e9ccc091da" providerId="AD" clId="Web-{8930D729-B634-ECE3-9824-64B91DFBBFF4}" dt="2024-11-16T18:08:26.344" v="35" actId="20577"/>
        <pc:sldMkLst>
          <pc:docMk/>
          <pc:sldMk cId="979666265" sldId="276"/>
        </pc:sldMkLst>
        <pc:spChg chg="mod">
          <ac:chgData name="Ido Tausi" userId="S::ido.tausi@campus.technion.ac.il::1567c06e-5e2a-4862-b785-95e9ccc091da" providerId="AD" clId="Web-{8930D729-B634-ECE3-9824-64B91DFBBFF4}" dt="2024-11-16T18:08:26.344" v="35" actId="20577"/>
          <ac:spMkLst>
            <pc:docMk/>
            <pc:sldMk cId="979666265" sldId="276"/>
            <ac:spMk id="10" creationId="{41D002C8-CC40-FE0D-6F22-238967E65159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06:36.165" v="7" actId="20577"/>
          <ac:spMkLst>
            <pc:docMk/>
            <pc:sldMk cId="979666265" sldId="276"/>
            <ac:spMk id="16" creationId="{E9394D29-BC34-199F-B7B9-48169D245347}"/>
          </ac:spMkLst>
        </pc:spChg>
        <pc:picChg chg="mod">
          <ac:chgData name="Ido Tausi" userId="S::ido.tausi@campus.technion.ac.il::1567c06e-5e2a-4862-b785-95e9ccc091da" providerId="AD" clId="Web-{8930D729-B634-ECE3-9824-64B91DFBBFF4}" dt="2024-11-16T18:06:57.041" v="26" actId="1076"/>
          <ac:picMkLst>
            <pc:docMk/>
            <pc:sldMk cId="979666265" sldId="276"/>
            <ac:picMk id="9" creationId="{644C4AF9-6CBF-8504-F8FE-8E825ADADD7D}"/>
          </ac:picMkLst>
        </pc:picChg>
      </pc:sldChg>
      <pc:sldChg chg="del">
        <pc:chgData name="Ido Tausi" userId="S::ido.tausi@campus.technion.ac.il::1567c06e-5e2a-4862-b785-95e9ccc091da" providerId="AD" clId="Web-{8930D729-B634-ECE3-9824-64B91DFBBFF4}" dt="2024-11-16T18:38:48.941" v="1076"/>
        <pc:sldMkLst>
          <pc:docMk/>
          <pc:sldMk cId="1075442738" sldId="281"/>
        </pc:sldMkLst>
      </pc:sldChg>
      <pc:sldChg chg="addSp delSp modSp del">
        <pc:chgData name="Ido Tausi" userId="S::ido.tausi@campus.technion.ac.il::1567c06e-5e2a-4862-b785-95e9ccc091da" providerId="AD" clId="Web-{8930D729-B634-ECE3-9824-64B91DFBBFF4}" dt="2024-11-16T18:38:43.363" v="1075"/>
        <pc:sldMkLst>
          <pc:docMk/>
          <pc:sldMk cId="3907658013" sldId="282"/>
        </pc:sldMkLst>
        <pc:spChg chg="add del mod">
          <ac:chgData name="Ido Tausi" userId="S::ido.tausi@campus.technion.ac.il::1567c06e-5e2a-4862-b785-95e9ccc091da" providerId="AD" clId="Web-{8930D729-B634-ECE3-9824-64B91DFBBFF4}" dt="2024-11-16T18:27:37.947" v="652"/>
          <ac:spMkLst>
            <pc:docMk/>
            <pc:sldMk cId="3907658013" sldId="282"/>
            <ac:spMk id="2" creationId="{E4DD1BD4-F4DE-ADD8-797C-E29510902E7D}"/>
          </ac:spMkLst>
        </pc:spChg>
      </pc:sldChg>
      <pc:sldChg chg="addSp delSp modSp">
        <pc:chgData name="Ido Tausi" userId="S::ido.tausi@campus.technion.ac.il::1567c06e-5e2a-4862-b785-95e9ccc091da" providerId="AD" clId="Web-{8930D729-B634-ECE3-9824-64B91DFBBFF4}" dt="2024-11-16T18:13:14.252" v="78" actId="1076"/>
        <pc:sldMkLst>
          <pc:docMk/>
          <pc:sldMk cId="1524253978" sldId="283"/>
        </pc:sldMkLst>
        <pc:spChg chg="mod">
          <ac:chgData name="Ido Tausi" userId="S::ido.tausi@campus.technion.ac.il::1567c06e-5e2a-4862-b785-95e9ccc091da" providerId="AD" clId="Web-{8930D729-B634-ECE3-9824-64B91DFBBFF4}" dt="2024-11-16T18:09:04.909" v="48" actId="14100"/>
          <ac:spMkLst>
            <pc:docMk/>
            <pc:sldMk cId="1524253978" sldId="283"/>
            <ac:spMk id="4" creationId="{A56F6798-CB7E-F967-5BAF-A562F7DB9950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11:54.138" v="73" actId="20577"/>
          <ac:spMkLst>
            <pc:docMk/>
            <pc:sldMk cId="1524253978" sldId="283"/>
            <ac:spMk id="8" creationId="{9E2D4994-61E5-995F-BDA0-2FC0F1B87884}"/>
          </ac:spMkLst>
        </pc:spChg>
        <pc:picChg chg="add mod">
          <ac:chgData name="Ido Tausi" userId="S::ido.tausi@campus.technion.ac.il::1567c06e-5e2a-4862-b785-95e9ccc091da" providerId="AD" clId="Web-{8930D729-B634-ECE3-9824-64B91DFBBFF4}" dt="2024-11-16T18:13:14.252" v="78" actId="1076"/>
          <ac:picMkLst>
            <pc:docMk/>
            <pc:sldMk cId="1524253978" sldId="283"/>
            <ac:picMk id="2" creationId="{7229D2DF-BE34-BB50-9AB7-8D79E68D27E5}"/>
          </ac:picMkLst>
        </pc:picChg>
        <pc:picChg chg="del">
          <ac:chgData name="Ido Tausi" userId="S::ido.tausi@campus.technion.ac.il::1567c06e-5e2a-4862-b785-95e9ccc091da" providerId="AD" clId="Web-{8930D729-B634-ECE3-9824-64B91DFBBFF4}" dt="2024-11-16T18:11:57.123" v="74"/>
          <ac:picMkLst>
            <pc:docMk/>
            <pc:sldMk cId="1524253978" sldId="283"/>
            <ac:picMk id="7" creationId="{82593117-84B0-21CE-AF99-00ACEFCFE9BB}"/>
          </ac:picMkLst>
        </pc:picChg>
      </pc:sldChg>
      <pc:sldChg chg="addSp delSp modSp">
        <pc:chgData name="Ido Tausi" userId="S::ido.tausi@campus.technion.ac.il::1567c06e-5e2a-4862-b785-95e9ccc091da" providerId="AD" clId="Web-{8930D729-B634-ECE3-9824-64B91DFBBFF4}" dt="2024-11-16T18:16:53.578" v="185" actId="20577"/>
        <pc:sldMkLst>
          <pc:docMk/>
          <pc:sldMk cId="713239404" sldId="285"/>
        </pc:sldMkLst>
        <pc:spChg chg="mod">
          <ac:chgData name="Ido Tausi" userId="S::ido.tausi@campus.technion.ac.il::1567c06e-5e2a-4862-b785-95e9ccc091da" providerId="AD" clId="Web-{8930D729-B634-ECE3-9824-64B91DFBBFF4}" dt="2024-11-16T18:13:35.894" v="86" actId="20577"/>
          <ac:spMkLst>
            <pc:docMk/>
            <pc:sldMk cId="713239404" sldId="285"/>
            <ac:spMk id="4" creationId="{A56F6798-CB7E-F967-5BAF-A562F7DB9950}"/>
          </ac:spMkLst>
        </pc:spChg>
        <pc:spChg chg="add mod">
          <ac:chgData name="Ido Tausi" userId="S::ido.tausi@campus.technion.ac.il::1567c06e-5e2a-4862-b785-95e9ccc091da" providerId="AD" clId="Web-{8930D729-B634-ECE3-9824-64B91DFBBFF4}" dt="2024-11-16T18:16:53.578" v="185" actId="20577"/>
          <ac:spMkLst>
            <pc:docMk/>
            <pc:sldMk cId="713239404" sldId="285"/>
            <ac:spMk id="7" creationId="{F341DF30-5ED5-0C10-DB8A-E5BA1FDE2E89}"/>
          </ac:spMkLst>
        </pc:spChg>
        <pc:picChg chg="del">
          <ac:chgData name="Ido Tausi" userId="S::ido.tausi@campus.technion.ac.il::1567c06e-5e2a-4862-b785-95e9ccc091da" providerId="AD" clId="Web-{8930D729-B634-ECE3-9824-64B91DFBBFF4}" dt="2024-11-16T18:13:39.301" v="88"/>
          <ac:picMkLst>
            <pc:docMk/>
            <pc:sldMk cId="713239404" sldId="285"/>
            <ac:picMk id="3" creationId="{43FD61E9-8C85-4891-84BB-55D4A465035D}"/>
          </ac:picMkLst>
        </pc:picChg>
        <pc:picChg chg="del">
          <ac:chgData name="Ido Tausi" userId="S::ido.tausi@campus.technion.ac.il::1567c06e-5e2a-4862-b785-95e9ccc091da" providerId="AD" clId="Web-{8930D729-B634-ECE3-9824-64B91DFBBFF4}" dt="2024-11-16T18:13:39.301" v="89"/>
          <ac:picMkLst>
            <pc:docMk/>
            <pc:sldMk cId="713239404" sldId="285"/>
            <ac:picMk id="8" creationId="{656BFCC2-B71B-4F9E-8EBE-764FABEED7D5}"/>
          </ac:picMkLst>
        </pc:picChg>
        <pc:picChg chg="del">
          <ac:chgData name="Ido Tausi" userId="S::ido.tausi@campus.technion.ac.il::1567c06e-5e2a-4862-b785-95e9ccc091da" providerId="AD" clId="Web-{8930D729-B634-ECE3-9824-64B91DFBBFF4}" dt="2024-11-16T18:13:39.301" v="87"/>
          <ac:picMkLst>
            <pc:docMk/>
            <pc:sldMk cId="713239404" sldId="285"/>
            <ac:picMk id="13" creationId="{06B852D1-D35A-41EE-AB0C-B9F9D940A1B6}"/>
          </ac:picMkLst>
        </pc:picChg>
      </pc:sldChg>
      <pc:sldChg chg="del">
        <pc:chgData name="Ido Tausi" userId="S::ido.tausi@campus.technion.ac.il::1567c06e-5e2a-4862-b785-95e9ccc091da" providerId="AD" clId="Web-{8930D729-B634-ECE3-9824-64B91DFBBFF4}" dt="2024-11-16T18:46:27.048" v="1461"/>
        <pc:sldMkLst>
          <pc:docMk/>
          <pc:sldMk cId="2687700068" sldId="286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8"/>
        <pc:sldMkLst>
          <pc:docMk/>
          <pc:sldMk cId="1425004807" sldId="287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5"/>
        <pc:sldMkLst>
          <pc:docMk/>
          <pc:sldMk cId="597549082" sldId="288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7"/>
        <pc:sldMkLst>
          <pc:docMk/>
          <pc:sldMk cId="4242368251" sldId="289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4"/>
        <pc:sldMkLst>
          <pc:docMk/>
          <pc:sldMk cId="461029542" sldId="290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6"/>
        <pc:sldMkLst>
          <pc:docMk/>
          <pc:sldMk cId="113454644" sldId="291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60"/>
        <pc:sldMkLst>
          <pc:docMk/>
          <pc:sldMk cId="4173614842" sldId="293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33" v="1459"/>
        <pc:sldMkLst>
          <pc:docMk/>
          <pc:sldMk cId="3105752112" sldId="295"/>
        </pc:sldMkLst>
      </pc:sldChg>
      <pc:sldChg chg="del">
        <pc:chgData name="Ido Tausi" userId="S::ido.tausi@campus.technion.ac.il::1567c06e-5e2a-4862-b785-95e9ccc091da" providerId="AD" clId="Web-{8930D729-B634-ECE3-9824-64B91DFBBFF4}" dt="2024-11-16T18:46:27.048" v="1462"/>
        <pc:sldMkLst>
          <pc:docMk/>
          <pc:sldMk cId="2111246385" sldId="296"/>
        </pc:sldMkLst>
      </pc:sldChg>
      <pc:sldChg chg="del">
        <pc:chgData name="Ido Tausi" userId="S::ido.tausi@campus.technion.ac.il::1567c06e-5e2a-4862-b785-95e9ccc091da" providerId="AD" clId="Web-{8930D729-B634-ECE3-9824-64B91DFBBFF4}" dt="2024-11-16T18:47:23.802" v="1475"/>
        <pc:sldMkLst>
          <pc:docMk/>
          <pc:sldMk cId="3247026290" sldId="297"/>
        </pc:sldMkLst>
      </pc:sldChg>
      <pc:sldChg chg="del">
        <pc:chgData name="Ido Tausi" userId="S::ido.tausi@campus.technion.ac.il::1567c06e-5e2a-4862-b785-95e9ccc091da" providerId="AD" clId="Web-{8930D729-B634-ECE3-9824-64B91DFBBFF4}" dt="2024-11-16T18:47:23.802" v="1474"/>
        <pc:sldMkLst>
          <pc:docMk/>
          <pc:sldMk cId="3454123686" sldId="298"/>
        </pc:sldMkLst>
      </pc:sldChg>
      <pc:sldChg chg="del">
        <pc:chgData name="Ido Tausi" userId="S::ido.tausi@campus.technion.ac.il::1567c06e-5e2a-4862-b785-95e9ccc091da" providerId="AD" clId="Web-{8930D729-B634-ECE3-9824-64B91DFBBFF4}" dt="2024-11-16T18:47:23.802" v="1473"/>
        <pc:sldMkLst>
          <pc:docMk/>
          <pc:sldMk cId="444774772" sldId="299"/>
        </pc:sldMkLst>
      </pc:sldChg>
      <pc:sldChg chg="addSp delSp modSp add replId">
        <pc:chgData name="Ido Tausi" userId="S::ido.tausi@campus.technion.ac.il::1567c06e-5e2a-4862-b785-95e9ccc091da" providerId="AD" clId="Web-{8930D729-B634-ECE3-9824-64B91DFBBFF4}" dt="2024-11-16T18:38:27.565" v="1064" actId="20577"/>
        <pc:sldMkLst>
          <pc:docMk/>
          <pc:sldMk cId="3636506714" sldId="300"/>
        </pc:sldMkLst>
        <pc:spChg chg="add mod">
          <ac:chgData name="Ido Tausi" userId="S::ido.tausi@campus.technion.ac.il::1567c06e-5e2a-4862-b785-95e9ccc091da" providerId="AD" clId="Web-{8930D729-B634-ECE3-9824-64B91DFBBFF4}" dt="2024-11-16T18:37:51.313" v="1060" actId="20577"/>
          <ac:spMkLst>
            <pc:docMk/>
            <pc:sldMk cId="3636506714" sldId="300"/>
            <ac:spMk id="3" creationId="{7438A983-7AC4-63FF-EA9C-6085ED22683F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38:27.565" v="1064" actId="20577"/>
          <ac:spMkLst>
            <pc:docMk/>
            <pc:sldMk cId="3636506714" sldId="300"/>
            <ac:spMk id="4" creationId="{A56F6798-CB7E-F967-5BAF-A562F7DB9950}"/>
          </ac:spMkLst>
        </pc:spChg>
        <pc:spChg chg="del mod">
          <ac:chgData name="Ido Tausi" userId="S::ido.tausi@campus.technion.ac.il::1567c06e-5e2a-4862-b785-95e9ccc091da" providerId="AD" clId="Web-{8930D729-B634-ECE3-9824-64B91DFBBFF4}" dt="2024-11-16T18:16:11.982" v="163"/>
          <ac:spMkLst>
            <pc:docMk/>
            <pc:sldMk cId="3636506714" sldId="300"/>
            <ac:spMk id="7" creationId="{F341DF30-5ED5-0C10-DB8A-E5BA1FDE2E89}"/>
          </ac:spMkLst>
        </pc:spChg>
      </pc:sldChg>
      <pc:sldChg chg="modSp add replId addAnim delAnim">
        <pc:chgData name="Ido Tausi" userId="S::ido.tausi@campus.technion.ac.il::1567c06e-5e2a-4862-b785-95e9ccc091da" providerId="AD" clId="Web-{8930D729-B634-ECE3-9824-64B91DFBBFF4}" dt="2024-11-16T18:38:34.237" v="1066" actId="20577"/>
        <pc:sldMkLst>
          <pc:docMk/>
          <pc:sldMk cId="1173730785" sldId="301"/>
        </pc:sldMkLst>
        <pc:spChg chg="mod">
          <ac:chgData name="Ido Tausi" userId="S::ido.tausi@campus.technion.ac.il::1567c06e-5e2a-4862-b785-95e9ccc091da" providerId="AD" clId="Web-{8930D729-B634-ECE3-9824-64B91DFBBFF4}" dt="2024-11-16T18:34:25.034" v="870" actId="20577"/>
          <ac:spMkLst>
            <pc:docMk/>
            <pc:sldMk cId="1173730785" sldId="301"/>
            <ac:spMk id="3" creationId="{7438A983-7AC4-63FF-EA9C-6085ED22683F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38:34.237" v="1066" actId="20577"/>
          <ac:spMkLst>
            <pc:docMk/>
            <pc:sldMk cId="1173730785" sldId="301"/>
            <ac:spMk id="4" creationId="{A56F6798-CB7E-F967-5BAF-A562F7DB9950}"/>
          </ac:spMkLst>
        </pc:spChg>
      </pc:sldChg>
      <pc:sldChg chg="modSp add replId">
        <pc:chgData name="Ido Tausi" userId="S::ido.tausi@campus.technion.ac.il::1567c06e-5e2a-4862-b785-95e9ccc091da" providerId="AD" clId="Web-{8930D729-B634-ECE3-9824-64B91DFBBFF4}" dt="2024-11-16T18:38:40.800" v="1074" actId="20577"/>
        <pc:sldMkLst>
          <pc:docMk/>
          <pc:sldMk cId="3161627711" sldId="302"/>
        </pc:sldMkLst>
        <pc:spChg chg="mod">
          <ac:chgData name="Ido Tausi" userId="S::ido.tausi@campus.technion.ac.il::1567c06e-5e2a-4862-b785-95e9ccc091da" providerId="AD" clId="Web-{8930D729-B634-ECE3-9824-64B91DFBBFF4}" dt="2024-11-16T18:36:01.806" v="1023" actId="20577"/>
          <ac:spMkLst>
            <pc:docMk/>
            <pc:sldMk cId="3161627711" sldId="302"/>
            <ac:spMk id="3" creationId="{7438A983-7AC4-63FF-EA9C-6085ED22683F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38:40.800" v="1074" actId="20577"/>
          <ac:spMkLst>
            <pc:docMk/>
            <pc:sldMk cId="3161627711" sldId="302"/>
            <ac:spMk id="4" creationId="{A56F6798-CB7E-F967-5BAF-A562F7DB9950}"/>
          </ac:spMkLst>
        </pc:spChg>
      </pc:sldChg>
      <pc:sldChg chg="modSp add replId">
        <pc:chgData name="Ido Tausi" userId="S::ido.tausi@campus.technion.ac.il::1567c06e-5e2a-4862-b785-95e9ccc091da" providerId="AD" clId="Web-{8930D729-B634-ECE3-9824-64B91DFBBFF4}" dt="2024-11-16T18:45:59.828" v="1453" actId="20577"/>
        <pc:sldMkLst>
          <pc:docMk/>
          <pc:sldMk cId="240339233" sldId="303"/>
        </pc:sldMkLst>
        <pc:spChg chg="mod">
          <ac:chgData name="Ido Tausi" userId="S::ido.tausi@campus.technion.ac.il::1567c06e-5e2a-4862-b785-95e9ccc091da" providerId="AD" clId="Web-{8930D729-B634-ECE3-9824-64B91DFBBFF4}" dt="2024-11-16T18:45:59.828" v="1453" actId="20577"/>
          <ac:spMkLst>
            <pc:docMk/>
            <pc:sldMk cId="240339233" sldId="303"/>
            <ac:spMk id="3" creationId="{7438A983-7AC4-63FF-EA9C-6085ED22683F}"/>
          </ac:spMkLst>
        </pc:spChg>
        <pc:spChg chg="mod">
          <ac:chgData name="Ido Tausi" userId="S::ido.tausi@campus.technion.ac.il::1567c06e-5e2a-4862-b785-95e9ccc091da" providerId="AD" clId="Web-{8930D729-B634-ECE3-9824-64B91DFBBFF4}" dt="2024-11-16T18:42:50.894" v="1262" actId="20577"/>
          <ac:spMkLst>
            <pc:docMk/>
            <pc:sldMk cId="240339233" sldId="303"/>
            <ac:spMk id="4" creationId="{A56F6798-CB7E-F967-5BAF-A562F7DB9950}"/>
          </ac:spMkLst>
        </pc:spChg>
      </pc:sldChg>
    </pc:docChg>
  </pc:docChgLst>
  <pc:docChgLst>
    <pc:chgData name="Ido Tausi" userId="S::ido.tausi@campus.technion.ac.il::1567c06e-5e2a-4862-b785-95e9ccc091da" providerId="AD" clId="Web-{DE27488F-790A-6D62-74DF-BA8B50F70215}"/>
    <pc:docChg chg="addSld">
      <pc:chgData name="Ido Tausi" userId="S::ido.tausi@campus.technion.ac.il::1567c06e-5e2a-4862-b785-95e9ccc091da" providerId="AD" clId="Web-{DE27488F-790A-6D62-74DF-BA8B50F70215}" dt="2024-11-23T16:25:54.430" v="5"/>
      <pc:docMkLst>
        <pc:docMk/>
      </pc:docMkLst>
      <pc:sldChg chg="add">
        <pc:chgData name="Ido Tausi" userId="S::ido.tausi@campus.technion.ac.il::1567c06e-5e2a-4862-b785-95e9ccc091da" providerId="AD" clId="Web-{DE27488F-790A-6D62-74DF-BA8B50F70215}" dt="2024-11-23T16:25:54.399" v="2"/>
        <pc:sldMkLst>
          <pc:docMk/>
          <pc:sldMk cId="1265218944" sldId="295"/>
        </pc:sldMkLst>
      </pc:sldChg>
      <pc:sldChg chg="add">
        <pc:chgData name="Ido Tausi" userId="S::ido.tausi@campus.technion.ac.il::1567c06e-5e2a-4862-b785-95e9ccc091da" providerId="AD" clId="Web-{DE27488F-790A-6D62-74DF-BA8B50F70215}" dt="2024-11-23T16:25:54.383" v="1"/>
        <pc:sldMkLst>
          <pc:docMk/>
          <pc:sldMk cId="2591993594" sldId="296"/>
        </pc:sldMkLst>
      </pc:sldChg>
      <pc:sldChg chg="add">
        <pc:chgData name="Ido Tausi" userId="S::ido.tausi@campus.technion.ac.il::1567c06e-5e2a-4862-b785-95e9ccc091da" providerId="AD" clId="Web-{DE27488F-790A-6D62-74DF-BA8B50F70215}" dt="2024-11-23T16:25:54.399" v="3"/>
        <pc:sldMkLst>
          <pc:docMk/>
          <pc:sldMk cId="3677432543" sldId="297"/>
        </pc:sldMkLst>
      </pc:sldChg>
      <pc:sldChg chg="add">
        <pc:chgData name="Ido Tausi" userId="S::ido.tausi@campus.technion.ac.il::1567c06e-5e2a-4862-b785-95e9ccc091da" providerId="AD" clId="Web-{DE27488F-790A-6D62-74DF-BA8B50F70215}" dt="2024-11-23T16:25:54.414" v="4"/>
        <pc:sldMkLst>
          <pc:docMk/>
          <pc:sldMk cId="3822575714" sldId="298"/>
        </pc:sldMkLst>
      </pc:sldChg>
      <pc:sldChg chg="add">
        <pc:chgData name="Ido Tausi" userId="S::ido.tausi@campus.technion.ac.il::1567c06e-5e2a-4862-b785-95e9ccc091da" providerId="AD" clId="Web-{DE27488F-790A-6D62-74DF-BA8B50F70215}" dt="2024-11-23T16:25:54.430" v="5"/>
        <pc:sldMkLst>
          <pc:docMk/>
          <pc:sldMk cId="1089048576" sldId="299"/>
        </pc:sldMkLst>
      </pc:sldChg>
      <pc:sldChg chg="add">
        <pc:chgData name="Ido Tausi" userId="S::ido.tausi@campus.technion.ac.il::1567c06e-5e2a-4862-b785-95e9ccc091da" providerId="AD" clId="Web-{DE27488F-790A-6D62-74DF-BA8B50F70215}" dt="2024-11-23T16:25:54.383" v="0"/>
        <pc:sldMkLst>
          <pc:docMk/>
          <pc:sldMk cId="1984506345" sldId="305"/>
        </pc:sldMkLst>
      </pc:sldChg>
    </pc:docChg>
  </pc:docChgLst>
  <pc:docChgLst>
    <pc:chgData name="Ido Tausi" userId="S::ido.tausi@campus.technion.ac.il::1567c06e-5e2a-4862-b785-95e9ccc091da" providerId="AD" clId="Web-{E05D65DB-9178-A16C-DFEE-6FD2E5CCE25D}"/>
    <pc:docChg chg="addSld modSld">
      <pc:chgData name="Ido Tausi" userId="S::ido.tausi@campus.technion.ac.il::1567c06e-5e2a-4862-b785-95e9ccc091da" providerId="AD" clId="Web-{E05D65DB-9178-A16C-DFEE-6FD2E5CCE25D}" dt="2024-11-23T16:35:34.326" v="70" actId="20577"/>
      <pc:docMkLst>
        <pc:docMk/>
      </pc:docMkLst>
      <pc:sldChg chg="modSp">
        <pc:chgData name="Ido Tausi" userId="S::ido.tausi@campus.technion.ac.il::1567c06e-5e2a-4862-b785-95e9ccc091da" providerId="AD" clId="Web-{E05D65DB-9178-A16C-DFEE-6FD2E5CCE25D}" dt="2024-11-23T16:35:34.326" v="70" actId="20577"/>
        <pc:sldMkLst>
          <pc:docMk/>
          <pc:sldMk cId="979666265" sldId="276"/>
        </pc:sldMkLst>
        <pc:spChg chg="mod">
          <ac:chgData name="Ido Tausi" userId="S::ido.tausi@campus.technion.ac.il::1567c06e-5e2a-4862-b785-95e9ccc091da" providerId="AD" clId="Web-{E05D65DB-9178-A16C-DFEE-6FD2E5CCE25D}" dt="2024-11-23T16:35:34.326" v="70" actId="20577"/>
          <ac:spMkLst>
            <pc:docMk/>
            <pc:sldMk cId="979666265" sldId="276"/>
            <ac:spMk id="10" creationId="{41D002C8-CC40-FE0D-6F22-238967E65159}"/>
          </ac:spMkLst>
        </pc:spChg>
      </pc:sldChg>
      <pc:sldChg chg="modSp">
        <pc:chgData name="Ido Tausi" userId="S::ido.tausi@campus.technion.ac.il::1567c06e-5e2a-4862-b785-95e9ccc091da" providerId="AD" clId="Web-{E05D65DB-9178-A16C-DFEE-6FD2E5CCE25D}" dt="2024-11-23T16:31:44.162" v="1" actId="20577"/>
        <pc:sldMkLst>
          <pc:docMk/>
          <pc:sldMk cId="713239404" sldId="285"/>
        </pc:sldMkLst>
        <pc:spChg chg="mod">
          <ac:chgData name="Ido Tausi" userId="S::ido.tausi@campus.technion.ac.il::1567c06e-5e2a-4862-b785-95e9ccc091da" providerId="AD" clId="Web-{E05D65DB-9178-A16C-DFEE-6FD2E5CCE25D}" dt="2024-11-23T16:31:44.162" v="1" actId="20577"/>
          <ac:spMkLst>
            <pc:docMk/>
            <pc:sldMk cId="713239404" sldId="285"/>
            <ac:spMk id="7" creationId="{F341DF30-5ED5-0C10-DB8A-E5BA1FDE2E89}"/>
          </ac:spMkLst>
        </pc:spChg>
      </pc:sldChg>
      <pc:sldChg chg="modSp add replId">
        <pc:chgData name="Ido Tausi" userId="S::ido.tausi@campus.technion.ac.il::1567c06e-5e2a-4862-b785-95e9ccc091da" providerId="AD" clId="Web-{E05D65DB-9178-A16C-DFEE-6FD2E5CCE25D}" dt="2024-11-23T16:34:50.121" v="50" actId="20577"/>
        <pc:sldMkLst>
          <pc:docMk/>
          <pc:sldMk cId="4244575190" sldId="306"/>
        </pc:sldMkLst>
        <pc:spChg chg="mod">
          <ac:chgData name="Ido Tausi" userId="S::ido.tausi@campus.technion.ac.il::1567c06e-5e2a-4862-b785-95e9ccc091da" providerId="AD" clId="Web-{E05D65DB-9178-A16C-DFEE-6FD2E5CCE25D}" dt="2024-11-23T16:34:50.121" v="50" actId="20577"/>
          <ac:spMkLst>
            <pc:docMk/>
            <pc:sldMk cId="4244575190" sldId="306"/>
            <ac:spMk id="3" creationId="{7438A983-7AC4-63FF-EA9C-6085ED22683F}"/>
          </ac:spMkLst>
        </pc:spChg>
      </pc:sldChg>
    </pc:docChg>
  </pc:docChgLst>
  <pc:docChgLst>
    <pc:chgData name="Ido Tausi" userId="S::ido.tausi@campus.technion.ac.il::1567c06e-5e2a-4862-b785-95e9ccc091da" providerId="AD" clId="Web-{0C578867-9A0E-2155-F8BD-A0AD620F4C39}"/>
    <pc:docChg chg="modSld">
      <pc:chgData name="Ido Tausi" userId="S::ido.tausi@campus.technion.ac.il::1567c06e-5e2a-4862-b785-95e9ccc091da" providerId="AD" clId="Web-{0C578867-9A0E-2155-F8BD-A0AD620F4C39}" dt="2024-11-16T19:17:23.710" v="1" actId="20577"/>
      <pc:docMkLst>
        <pc:docMk/>
      </pc:docMkLst>
      <pc:sldChg chg="modSp">
        <pc:chgData name="Ido Tausi" userId="S::ido.tausi@campus.technion.ac.il::1567c06e-5e2a-4862-b785-95e9ccc091da" providerId="AD" clId="Web-{0C578867-9A0E-2155-F8BD-A0AD620F4C39}" dt="2024-11-16T19:17:23.710" v="1" actId="20577"/>
        <pc:sldMkLst>
          <pc:docMk/>
          <pc:sldMk cId="979666265" sldId="276"/>
        </pc:sldMkLst>
        <pc:spChg chg="mod">
          <ac:chgData name="Ido Tausi" userId="S::ido.tausi@campus.technion.ac.il::1567c06e-5e2a-4862-b785-95e9ccc091da" providerId="AD" clId="Web-{0C578867-9A0E-2155-F8BD-A0AD620F4C39}" dt="2024-11-16T19:17:23.710" v="1" actId="20577"/>
          <ac:spMkLst>
            <pc:docMk/>
            <pc:sldMk cId="979666265" sldId="276"/>
            <ac:spMk id="10" creationId="{41D002C8-CC40-FE0D-6F22-238967E651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513600-717B-4CBB-9AFE-1F576C1D3E1D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B3282916-D5C0-4231-8654-1B229AFAB6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203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7098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4190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16860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7830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6597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6080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73718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65084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2443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4760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7044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95861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56272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1682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715B0-74F3-B64E-A730-C7F3E6BEB915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81573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38C17-4C1D-AB52-2BC1-4A36E3E777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BE161-66F4-EEBB-1C20-2810AC98E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F7320-0961-B671-0172-255B969C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9749-D852-808D-A2ED-01C4E867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2CA37-4F64-25C6-611D-93917A888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989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9954-D1D6-7718-7177-77D5EF872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EB9CF-05F0-C3F6-C3C3-B478CB1E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D71DF-1C76-5E8D-1599-174C3565E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FA699-72FE-7FA0-3E7E-B8A7097B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A286-B4BE-4910-1695-C9B062F3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535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7A465-3D41-737B-801B-25D307E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4413-B577-8217-EDFB-F08A30607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2EB7C-0A38-A1C2-A754-1339FD94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C630F-B5FD-83FE-9F22-C3423BFA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5E3A-5808-0DAB-DEBD-F098257F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449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1F58-9E6F-E4B2-D62B-74AC4037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21D3-C8BF-55E8-D893-934E4C2339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155B7-D65F-A037-8B1D-BB87EB0D1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F540-B7F0-7424-5374-573D8564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B9072-DAF8-8D3F-FEAF-93DC71D8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0F17B-29DE-294B-C83E-0B0CB998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5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EDC6-D8A4-5E7E-B20A-5A23C3E05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ECB81-E242-59CE-7D88-4078F673B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BF1C4-E841-EC9E-D268-0EC41B1BB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112D5-F6DB-2D2A-3C7E-57906FBC2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FDB25-5EB2-3DA5-4671-CE3D378C3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1F9C9-F52A-0F7E-18E0-4870D293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D516A-F2C0-96C9-39BA-A7ABE842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C2ACF0-1CE1-A472-7715-E17FC9A0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90509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8AABF-27F4-DA14-A883-57345BB2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6D79A-EEF7-1A80-F984-41DCBFD8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9E968-365E-CB09-DE6A-7932202E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253EF-AB0B-3D99-9A30-72B226A5F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75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66142-403B-DF44-6DF5-63026712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12357-4A8D-1BB2-2A5F-1C61AC171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8D3D-1B76-298E-967E-68B94C9A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14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674D-2BDC-ABE0-A470-62C83053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90266-96CF-506D-A1B7-B83DD2539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0FD8B1-AFBE-FCE3-8C5B-C29A0197A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995871-ED41-128A-B770-C941D30C0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EFA0B-CEF5-A06D-5724-9E8E1A1E1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57E69-1C2A-EBCC-2B77-FE5BE951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0597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4760-FE33-CBC7-D73A-F97E904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A1AB64-EA9D-F6E6-2EF9-FB31DB47A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D9FD7-3E2C-E04E-D270-39FA198E7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C36E-77C6-0BE8-8B44-8211711F2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6AA26-5813-2B22-1309-CF5F4F94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F6E25-99E6-8C7F-1543-70BFCF778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1570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138C-9F53-F761-E645-09C907731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3A793-A4DF-0DF5-D75A-720F5B976A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E81B6-F970-5EBC-A55A-80ED0F84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0AF6E-6C99-1EF4-165F-00F149F6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DDA-E552-0DA4-A09B-EF834272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539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7AB57-8468-05CA-69A6-62C520D18E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AB0BD-AAE6-7521-05AA-72A9DBCB9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CBAC6-A3A8-F25B-DD5A-A6A61EE7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ED123-21D5-A2D0-8341-CFBED817A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185DD-FA79-EEB7-B1DD-831DD188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8904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FF2E2C-2F89-F10E-EE55-2C63BA34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229FF-8751-BBF7-87BE-C3B5B79DF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E1E1A-35B5-EF73-02C6-D488444D5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09FA5-8937-4EFE-A1A6-BD6EB76E3D9A}" type="datetimeFigureOut">
              <a:rPr lang="he-IL" smtClean="0"/>
              <a:t>כ"ה/חשון/תשפ"ו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F559-E2FD-028F-3A09-70AD4C235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45527-E930-BD04-0C14-0B6D1348D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FF5A2-1AFA-46E1-9D53-D55A1599BCD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280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ortswigger.net/web-security/sql-injection/cheat-sheet" TargetMode="Externa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rtswigger.net/web-security/sql-injection/lab-retrieve-hidden-data" TargetMode="External"/><Relationship Id="rId5" Type="http://schemas.openxmlformats.org/officeDocument/2006/relationships/hyperlink" Target="https://portswigger.net/web-security/sql-injection/lab-login-bypass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3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4C4AF9-6CBF-8504-F8FE-8E825ADAD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439" y="2108749"/>
            <a:ext cx="1998805" cy="3028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1750647" y="2551633"/>
            <a:ext cx="6585401" cy="24160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rgbClr val="E1FD21"/>
                </a:solidFill>
                <a:effectLst/>
                <a:latin typeface="Miriam Libre"/>
                <a:ea typeface="3270 CONDENSED" panose="02000509000000000000" pitchFamily="49" charset="0"/>
                <a:cs typeface="Miriam Libre"/>
              </a:rPr>
              <a:t>Session #</a:t>
            </a:r>
            <a:r>
              <a:rPr lang="en-US" sz="6000" b="1" dirty="0">
                <a:solidFill>
                  <a:srgbClr val="E1FD21"/>
                </a:solidFill>
                <a:latin typeface="Miriam Libre"/>
                <a:ea typeface="3270 CONDENSED" panose="02000509000000000000" pitchFamily="49" charset="0"/>
                <a:cs typeface="Miriam Libre"/>
              </a:rPr>
              <a:t>2</a:t>
            </a:r>
            <a:endParaRPr lang="en-US" sz="6000" b="1" dirty="0">
              <a:solidFill>
                <a:srgbClr val="E1FD21"/>
              </a:solidFill>
              <a:effectLst/>
              <a:latin typeface="Miriam Libre" pitchFamily="2" charset="-79"/>
              <a:ea typeface="3270 CONDENSED" panose="02000509000000000000" pitchFamily="49" charset="0"/>
              <a:cs typeface="Miriam Libre" pitchFamily="2" charset="-79"/>
            </a:endParaRPr>
          </a:p>
          <a:p>
            <a:pPr>
              <a:lnSpc>
                <a:spcPts val="6000"/>
              </a:lnSpc>
            </a:pPr>
            <a:r>
              <a:rPr lang="en-US" sz="5400" b="1" dirty="0">
                <a:solidFill>
                  <a:schemeClr val="bg1"/>
                </a:solidFill>
                <a:latin typeface="Miriam Libre"/>
                <a:cs typeface="Miriam Libre"/>
              </a:rPr>
              <a:t>Web Exploitation</a:t>
            </a:r>
          </a:p>
          <a:p>
            <a:pPr>
              <a:lnSpc>
                <a:spcPts val="6000"/>
              </a:lnSpc>
            </a:pPr>
            <a:r>
              <a:rPr lang="en-US" sz="4000" b="1" dirty="0">
                <a:solidFill>
                  <a:schemeClr val="bg1"/>
                </a:solidFill>
                <a:latin typeface="Miriam Libre"/>
                <a:cs typeface="Miriam Libre"/>
              </a:rPr>
              <a:t>SQL Injection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720B3A-4214-C253-DC62-43F69EE562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6D70DD-DDA5-8E1C-DC90-BA7243AD243D}"/>
              </a:ext>
            </a:extLst>
          </p:cNvPr>
          <p:cNvCxnSpPr>
            <a:cxnSpLocks/>
          </p:cNvCxnSpPr>
          <p:nvPr/>
        </p:nvCxnSpPr>
        <p:spPr>
          <a:xfrm>
            <a:off x="1851500" y="5190890"/>
            <a:ext cx="63900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394D29-BC34-199F-B7B9-48169D245347}"/>
              </a:ext>
            </a:extLst>
          </p:cNvPr>
          <p:cNvSpPr txBox="1"/>
          <p:nvPr/>
        </p:nvSpPr>
        <p:spPr>
          <a:xfrm>
            <a:off x="2072666" y="5371443"/>
            <a:ext cx="626181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Miriam Libre"/>
                <a:cs typeface="Miriam Libre"/>
              </a:rPr>
              <a:t>Winter 2025/26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6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content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HTML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</a:t>
            </a:r>
            <a:r>
              <a:rPr lang="en-US" sz="1000" dirty="0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473282-5C80-ADE0-17C2-DC725458ED5B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AB1BBC2-F12B-73AB-65EE-128CD3300C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8015"/>
          <a:stretch/>
        </p:blipFill>
        <p:spPr>
          <a:xfrm>
            <a:off x="9635565" y="2441529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table">
            <a:extLst>
              <a:ext uri="{FF2B5EF4-FFF2-40B4-BE49-F238E27FC236}">
                <a16:creationId xmlns:a16="http://schemas.microsoft.com/office/drawing/2014/main" id="{D189AB9F-E8DD-E547-2D5F-28ADC62C3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939" y="2239939"/>
            <a:ext cx="3154787" cy="35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0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style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CSS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C152E1E2-B987-E839-E6E9-2FBC5EC043EE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091BF-2EC2-9A10-C56C-8BA77021C3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r="18015"/>
          <a:stretch/>
        </p:blipFill>
        <p:spPr>
          <a:xfrm>
            <a:off x="9635565" y="2442854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7027F0DE-F902-FBC1-D6FD-1DC41DA83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371" y="2240134"/>
            <a:ext cx="2160175" cy="3520746"/>
          </a:xfrm>
          <a:prstGeom prst="rect">
            <a:avLst/>
          </a:prstGeom>
        </p:spPr>
      </p:pic>
      <p:pic>
        <p:nvPicPr>
          <p:cNvPr id="18" name="table">
            <a:extLst>
              <a:ext uri="{FF2B5EF4-FFF2-40B4-BE49-F238E27FC236}">
                <a16:creationId xmlns:a16="http://schemas.microsoft.com/office/drawing/2014/main" id="{7D26A87D-3D35-9E87-54AC-C013F0F55F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779" y="2240134"/>
            <a:ext cx="3154787" cy="35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99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language for the </a:t>
            </a:r>
            <a:r>
              <a:rPr lang="en-US" sz="2400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behavior</a:t>
            </a: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of websites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JavaScript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2" name="table">
            <a:extLst>
              <a:ext uri="{FF2B5EF4-FFF2-40B4-BE49-F238E27FC236}">
                <a16:creationId xmlns:a16="http://schemas.microsoft.com/office/drawing/2014/main" id="{77D7F66D-6921-15A8-9530-859F51173D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736" y="2240134"/>
            <a:ext cx="3154787" cy="3520746"/>
          </a:xfrm>
          <a:prstGeom prst="rect">
            <a:avLst/>
          </a:prstGeo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1D4A71F4-ADF1-E424-45DB-177BDC611DD9}"/>
              </a:ext>
            </a:extLst>
          </p:cNvPr>
          <p:cNvSpPr/>
          <p:nvPr/>
        </p:nvSpPr>
        <p:spPr>
          <a:xfrm>
            <a:off x="8902754" y="3706073"/>
            <a:ext cx="531845" cy="4478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he-I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1BBC2-F12B-73AB-65EE-128CD3300C9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r="18015"/>
          <a:stretch/>
        </p:blipFill>
        <p:spPr>
          <a:xfrm>
            <a:off x="9635565" y="2442854"/>
            <a:ext cx="2286698" cy="2819644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table">
            <a:extLst>
              <a:ext uri="{FF2B5EF4-FFF2-40B4-BE49-F238E27FC236}">
                <a16:creationId xmlns:a16="http://schemas.microsoft.com/office/drawing/2014/main" id="{8AB086E2-DB1A-CB8F-7270-39B1414C4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371" y="2240134"/>
            <a:ext cx="2160175" cy="3520746"/>
          </a:xfrm>
          <a:prstGeom prst="rect">
            <a:avLst/>
          </a:prstGeom>
        </p:spPr>
      </p:pic>
      <p:pic>
        <p:nvPicPr>
          <p:cNvPr id="13" name="table">
            <a:extLst>
              <a:ext uri="{FF2B5EF4-FFF2-40B4-BE49-F238E27FC236}">
                <a16:creationId xmlns:a16="http://schemas.microsoft.com/office/drawing/2014/main" id="{51070F22-A034-AAE2-F0E7-CE6DB911D2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4394" y="2240134"/>
            <a:ext cx="2733512" cy="3520746"/>
          </a:xfrm>
          <a:prstGeom prst="rect">
            <a:avLst/>
          </a:prstGeom>
        </p:spPr>
      </p:pic>
      <p:pic>
        <p:nvPicPr>
          <p:cNvPr id="14" name="Picture 13" descr="A black rectangle with white lines&#10;&#10;Description automatically generated">
            <a:extLst>
              <a:ext uri="{FF2B5EF4-FFF2-40B4-BE49-F238E27FC236}">
                <a16:creationId xmlns:a16="http://schemas.microsoft.com/office/drawing/2014/main" id="{B3F990AC-29C3-220B-3E4F-3F3561A8894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400" y="3785084"/>
            <a:ext cx="737716" cy="73771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E2541AA-75B4-9A53-09ED-EC23117ED103}"/>
              </a:ext>
            </a:extLst>
          </p:cNvPr>
          <p:cNvGrpSpPr/>
          <p:nvPr/>
        </p:nvGrpSpPr>
        <p:grpSpPr>
          <a:xfrm>
            <a:off x="9946786" y="3308175"/>
            <a:ext cx="1664256" cy="953817"/>
            <a:chOff x="6096000" y="306930"/>
            <a:chExt cx="2180677" cy="124978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B1C4DA4-099F-E784-20F8-0B0D780C70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r="70881"/>
            <a:stretch/>
          </p:blipFill>
          <p:spPr>
            <a:xfrm>
              <a:off x="6096000" y="306930"/>
              <a:ext cx="1249345" cy="124978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CCF034-8DB7-5E11-6321-07534F50B7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78293"/>
            <a:stretch/>
          </p:blipFill>
          <p:spPr>
            <a:xfrm>
              <a:off x="7345345" y="306930"/>
              <a:ext cx="931332" cy="12497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521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8185709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An application for browsing websites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Knows how to…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Display web files (HTML, CSS, JS) on the user’s screen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Request web files from web servers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Store the user’s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information (bookmarks, passwords, cookies, …)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Web browser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6D40E6-E314-31C6-140F-9F8AF1844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9833" y="4169005"/>
            <a:ext cx="3092334" cy="177061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743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4D01F2F-C816-9476-82B9-323D59322686}"/>
              </a:ext>
            </a:extLst>
          </p:cNvPr>
          <p:cNvSpPr/>
          <p:nvPr/>
        </p:nvSpPr>
        <p:spPr>
          <a:xfrm>
            <a:off x="845574" y="3706761"/>
            <a:ext cx="6174658" cy="21827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10777729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A server that provides a website’s files (HTML, CSS, JS, …) to clients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Example: starting a web server in Python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python -m </a:t>
            </a:r>
            <a:r>
              <a:rPr lang="en-US" dirty="0" err="1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http.server</a:t>
            </a:r>
            <a:r>
              <a:rPr lang="en-US" dirty="0">
                <a:solidFill>
                  <a:schemeClr val="bg1"/>
                </a:solidFill>
                <a:effectLst/>
                <a:highlight>
                  <a:srgbClr val="000000"/>
                </a:highlight>
                <a:latin typeface="Miriam Libre" pitchFamily="2" charset="-79"/>
                <a:cs typeface="Miriam Libre" pitchFamily="2" charset="-79"/>
              </a:rPr>
              <a:t> -d c:\website_files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This web server simply provides whichever file the client requests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Web server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027AB-9471-2EB1-5D5F-1F06428483F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5421"/>
          <a:stretch/>
        </p:blipFill>
        <p:spPr>
          <a:xfrm>
            <a:off x="7737544" y="3528989"/>
            <a:ext cx="3481022" cy="251372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Picture 2" descr="A computer and printer&#10;&#10;Description automatically generated with medium confidence">
            <a:extLst>
              <a:ext uri="{FF2B5EF4-FFF2-40B4-BE49-F238E27FC236}">
                <a16:creationId xmlns:a16="http://schemas.microsoft.com/office/drawing/2014/main" id="{65E15118-01EA-D677-A308-875F7C9C9A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419" b="49396"/>
          <a:stretch/>
        </p:blipFill>
        <p:spPr>
          <a:xfrm>
            <a:off x="973434" y="3818213"/>
            <a:ext cx="1784420" cy="1935279"/>
          </a:xfrm>
          <a:prstGeom prst="rect">
            <a:avLst/>
          </a:prstGeom>
        </p:spPr>
      </p:pic>
      <p:pic>
        <p:nvPicPr>
          <p:cNvPr id="10" name="Picture 9" descr="A computer and printer&#10;&#10;Description automatically generated with medium confidence">
            <a:extLst>
              <a:ext uri="{FF2B5EF4-FFF2-40B4-BE49-F238E27FC236}">
                <a16:creationId xmlns:a16="http://schemas.microsoft.com/office/drawing/2014/main" id="{92FBAE80-6097-3661-33DE-60BEF8A997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1" r="42794" b="50228"/>
          <a:stretch/>
        </p:blipFill>
        <p:spPr>
          <a:xfrm>
            <a:off x="5196253" y="3850032"/>
            <a:ext cx="1688123" cy="1903460"/>
          </a:xfrm>
          <a:prstGeom prst="round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64C4F1-F58F-FFA4-4210-5D74797F50AB}"/>
              </a:ext>
            </a:extLst>
          </p:cNvPr>
          <p:cNvCxnSpPr/>
          <p:nvPr/>
        </p:nvCxnSpPr>
        <p:spPr>
          <a:xfrm>
            <a:off x="2858336" y="4855373"/>
            <a:ext cx="2190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604781-0DEE-3E3C-5FB4-ADDFABF94FBA}"/>
              </a:ext>
            </a:extLst>
          </p:cNvPr>
          <p:cNvCxnSpPr>
            <a:cxnSpLocks/>
          </p:cNvCxnSpPr>
          <p:nvPr/>
        </p:nvCxnSpPr>
        <p:spPr>
          <a:xfrm flipH="1">
            <a:off x="2838240" y="5086485"/>
            <a:ext cx="219054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2">
            <a:extLst>
              <a:ext uri="{FF2B5EF4-FFF2-40B4-BE49-F238E27FC236}">
                <a16:creationId xmlns:a16="http://schemas.microsoft.com/office/drawing/2014/main" id="{7D73452C-548C-32E4-637A-EB76AEA543F0}"/>
              </a:ext>
            </a:extLst>
          </p:cNvPr>
          <p:cNvSpPr txBox="1"/>
          <p:nvPr/>
        </p:nvSpPr>
        <p:spPr>
          <a:xfrm>
            <a:off x="3268963" y="4416520"/>
            <a:ext cx="144398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GET /main.js</a:t>
            </a:r>
            <a:endParaRPr lang="he-IL" dirty="0"/>
          </a:p>
        </p:txBody>
      </p:sp>
      <p:sp>
        <p:nvSpPr>
          <p:cNvPr id="16" name="TextBox 33">
            <a:extLst>
              <a:ext uri="{FF2B5EF4-FFF2-40B4-BE49-F238E27FC236}">
                <a16:creationId xmlns:a16="http://schemas.microsoft.com/office/drawing/2014/main" id="{AEA0F99B-9762-A188-61CD-BC82D6F72410}"/>
              </a:ext>
            </a:extLst>
          </p:cNvPr>
          <p:cNvSpPr txBox="1"/>
          <p:nvPr/>
        </p:nvSpPr>
        <p:spPr>
          <a:xfrm>
            <a:off x="3566913" y="5181011"/>
            <a:ext cx="91884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>
            <a:defPPr>
              <a:defRPr lang="he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main.js</a:t>
            </a:r>
            <a:endParaRPr lang="he-IL" dirty="0"/>
          </a:p>
        </p:txBody>
      </p:sp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BAF582A-FFB2-7B46-AC37-4851B2CDB0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801" y="5237082"/>
            <a:ext cx="250501" cy="25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75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707135" y="1432533"/>
            <a:ext cx="10777729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The main protocol for communication with web servers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Basic aspects: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Client sends </a:t>
            </a:r>
            <a:r>
              <a:rPr lang="en-US" b="1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HTTP request</a:t>
            </a: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server sends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HTTP response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HTTP is stateless</a:t>
            </a:r>
            <a:endParaRPr lang="en-US" dirty="0">
              <a:solidFill>
                <a:schemeClr val="bg1"/>
              </a:solidFill>
              <a:latin typeface="Miriam Libre" pitchFamily="2" charset="-79"/>
              <a:cs typeface="Miriam Libre" pitchFamily="2" charset="-79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Requests and 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responses have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headers</a:t>
            </a:r>
            <a:r>
              <a:rPr lang="en-US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 and </a:t>
            </a:r>
            <a:r>
              <a:rPr lang="en-US" b="1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  <a:sym typeface="Wingdings" panose="05000000000000000000" pitchFamily="2" charset="2"/>
              </a:rPr>
              <a:t>body</a:t>
            </a:r>
            <a:endParaRPr lang="he-IL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707135" y="576675"/>
            <a:ext cx="713637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300" b="1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HTTP</a:t>
            </a:r>
            <a:endParaRPr lang="he-IL" sz="3300" b="1" dirty="0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 dirty="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02</a:t>
            </a:r>
            <a:r>
              <a:rPr lang="en-US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</a:t>
            </a:r>
            <a:r>
              <a:rPr lang="en-GB" sz="1000" dirty="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Understanding 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108904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2D4994-61E5-995F-BDA0-2FC0F1B87884}"/>
              </a:ext>
            </a:extLst>
          </p:cNvPr>
          <p:cNvSpPr txBox="1"/>
          <p:nvPr/>
        </p:nvSpPr>
        <p:spPr>
          <a:xfrm>
            <a:off x="542553" y="1273452"/>
            <a:ext cx="10659948" cy="36663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effectLst/>
                <a:latin typeface="Miriam Libre"/>
                <a:ea typeface="+mn-lt"/>
                <a:cs typeface="Miriam Libre"/>
              </a:rPr>
              <a:t>The </a:t>
            </a:r>
            <a:r>
              <a:rPr lang="en-US" sz="32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process of exploiting vulnerabilities in web applications.</a:t>
            </a:r>
            <a:endParaRPr lang="en-US">
              <a:solidFill>
                <a:schemeClr val="bg1"/>
              </a:solidFill>
              <a:latin typeface="Aptos" panose="02110004020202020204"/>
              <a:ea typeface="+mn-lt"/>
              <a:cs typeface="Miriam Libr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bg1"/>
                </a:solidFill>
                <a:latin typeface="Miriam Libre"/>
                <a:ea typeface="+mn-lt"/>
                <a:cs typeface="Miriam Libre"/>
              </a:rPr>
              <a:t>A major risk to data integrity, privacy, and user trust.</a:t>
            </a:r>
            <a:endParaRPr lang="en-US" sz="320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endParaRPr lang="en-US" sz="32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562745" y="297371"/>
            <a:ext cx="903615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b="1">
                <a:solidFill>
                  <a:srgbClr val="E2FE21"/>
                </a:solidFill>
                <a:latin typeface="Miriam Libre"/>
                <a:cs typeface="Miriam Libre"/>
              </a:rPr>
              <a:t>What is Web Exploitation?</a:t>
            </a:r>
            <a:endParaRPr lang="he-IL" sz="4800" b="1">
              <a:solidFill>
                <a:srgbClr val="E2FE21"/>
              </a:solidFill>
              <a:effectLst/>
              <a:latin typeface="Miriam Libre"/>
              <a:cs typeface="Miriam Libr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" name="Picture 1" descr="Web Hacking: Become a Professional Web Pentester | Udemy">
            <a:extLst>
              <a:ext uri="{FF2B5EF4-FFF2-40B4-BE49-F238E27FC236}">
                <a16:creationId xmlns:a16="http://schemas.microsoft.com/office/drawing/2014/main" id="{7229D2DF-BE34-BB50-9AB7-8D79E68D2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930" y="3553717"/>
            <a:ext cx="4401670" cy="252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5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Common Web Exploitation Techniques</a:t>
            </a:r>
            <a:endParaRPr lang="en-US" sz="4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1DF30-5ED5-0C10-DB8A-E5BA1FDE2E89}"/>
              </a:ext>
            </a:extLst>
          </p:cNvPr>
          <p:cNvSpPr txBox="1"/>
          <p:nvPr/>
        </p:nvSpPr>
        <p:spPr>
          <a:xfrm>
            <a:off x="542553" y="1273452"/>
            <a:ext cx="10659948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 </a:t>
            </a:r>
            <a:r>
              <a:rPr lang="en-US" sz="2800" b="1" u="sng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SQL Injection (SQLi)</a:t>
            </a:r>
            <a:r>
              <a:rPr lang="en-US" sz="2800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: Manipulating database queries through user input (this week).</a:t>
            </a:r>
            <a:endParaRPr lang="en-US" sz="2800">
              <a:solidFill>
                <a:schemeClr val="bg1"/>
              </a:solidFill>
              <a:latin typeface="Miriam Libre"/>
              <a:cs typeface="Miriam Libre" pitchFamily="2" charset="-79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  <a:latin typeface="Miriam Libre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 </a:t>
            </a:r>
            <a:r>
              <a:rPr lang="en-US" sz="2800" b="1" u="sng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Cross-Site Scripting (XSS)</a:t>
            </a:r>
            <a:r>
              <a:rPr lang="en-US" sz="2800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: Injecting malicious scripts into web pages (next week).</a:t>
            </a:r>
            <a:endParaRPr lang="en-US" sz="2800">
              <a:solidFill>
                <a:schemeClr val="bg1"/>
              </a:solidFill>
              <a:latin typeface="Miriam Libre"/>
              <a:cs typeface="Miriam Libre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  <a:latin typeface="Miriam Libre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 Cross-Site Request Forgery (CSRF)</a:t>
            </a:r>
            <a:r>
              <a:rPr lang="en-US" sz="2800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: Forcing users to execute unwanted actions.</a:t>
            </a:r>
            <a:r>
              <a:rPr lang="en-US" sz="2800" b="1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 </a:t>
            </a:r>
            <a:endParaRPr lang="en-US" sz="2800" dirty="0">
              <a:solidFill>
                <a:schemeClr val="bg1"/>
              </a:solidFill>
              <a:latin typeface="Miriam Libre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bg1"/>
              </a:solidFill>
              <a:latin typeface="Miriam Libre"/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File Inclusion</a:t>
            </a:r>
            <a:r>
              <a:rPr lang="en-US" sz="2800" dirty="0">
                <a:solidFill>
                  <a:schemeClr val="bg1"/>
                </a:solidFill>
                <a:latin typeface="Miriam Libre"/>
                <a:ea typeface="+mn-lt"/>
                <a:cs typeface="+mn-lt"/>
              </a:rPr>
              <a:t>: Gaining unauthorized access via file paths.</a:t>
            </a:r>
            <a:endParaRPr lang="en-US" sz="2800">
              <a:solidFill>
                <a:schemeClr val="bg1"/>
              </a:solidFill>
              <a:latin typeface="Miriam Libre"/>
              <a:cs typeface="Miriam Libre"/>
            </a:endParaRPr>
          </a:p>
          <a:p>
            <a:endParaRPr lang="en-US" sz="2800" dirty="0">
              <a:solidFill>
                <a:schemeClr val="bg1"/>
              </a:solidFill>
              <a:latin typeface="Miriam Libre"/>
              <a:cs typeface="Miriam Libre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Miriam Libre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13239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SQL Injection - Intro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A983-7AC4-63FF-EA9C-6085ED22683F}"/>
              </a:ext>
            </a:extLst>
          </p:cNvPr>
          <p:cNvSpPr txBox="1"/>
          <p:nvPr/>
        </p:nvSpPr>
        <p:spPr>
          <a:xfrm>
            <a:off x="542553" y="1273452"/>
            <a:ext cx="10659948" cy="61401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cs typeface="Miriam Libre"/>
              </a:rPr>
              <a:t>SQL is a query language, which can use user's input.</a:t>
            </a: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cs typeface="Miriam Libre"/>
              </a:rPr>
              <a:t>Example SQL query – returns all the users that have 'foo' username and 'bar' password: 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Miriam Libre"/>
                <a:cs typeface="Miriam Libre"/>
              </a:rPr>
              <a:t>   </a:t>
            </a:r>
            <a:r>
              <a:rPr lang="en-US" sz="2400">
                <a:solidFill>
                  <a:schemeClr val="bg1"/>
                </a:solidFill>
                <a:ea typeface="+mn-lt"/>
                <a:cs typeface="Miriam Libre"/>
              </a:rPr>
              <a:t>SELECT * FROM Users </a:t>
            </a: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ea typeface="+mn-lt"/>
                <a:cs typeface="Miriam Libre"/>
              </a:rPr>
              <a:t>   WHERE username = 'foo' AND password = 'bar'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Miriam Libre"/>
                <a:cs typeface="Miriam Libre"/>
              </a:rPr>
              <a:t>Malicious users can exploit that and </a:t>
            </a:r>
            <a:r>
              <a:rPr lang="en-US" sz="2400" b="1" u="sng">
                <a:solidFill>
                  <a:schemeClr val="bg1"/>
                </a:solidFill>
                <a:latin typeface="Miriam Libre"/>
                <a:cs typeface="Miriam Libre"/>
              </a:rPr>
              <a:t>break</a:t>
            </a:r>
            <a:r>
              <a:rPr lang="en-US" sz="2400">
                <a:solidFill>
                  <a:schemeClr val="bg1"/>
                </a:solidFill>
                <a:latin typeface="Miriam Libre"/>
                <a:cs typeface="Miriam Libre"/>
              </a:rPr>
              <a:t> the logic of the query.</a:t>
            </a:r>
            <a:r>
              <a:rPr lang="en-US" sz="2400" b="1">
                <a:solidFill>
                  <a:schemeClr val="bg1"/>
                </a:solidFill>
                <a:latin typeface="Miriam Libre"/>
                <a:cs typeface="Miriam Libre"/>
              </a:rPr>
              <a:t> </a:t>
            </a:r>
            <a:endParaRPr lang="en-US" sz="2400" b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 b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3650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SQL Injection - Attack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A983-7AC4-63FF-EA9C-6085ED22683F}"/>
              </a:ext>
            </a:extLst>
          </p:cNvPr>
          <p:cNvSpPr txBox="1"/>
          <p:nvPr/>
        </p:nvSpPr>
        <p:spPr>
          <a:xfrm>
            <a:off x="542553" y="1273452"/>
            <a:ext cx="10659948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Example SQL query:</a:t>
            </a:r>
          </a:p>
          <a:p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   </a:t>
            </a:r>
            <a:r>
              <a:rPr lang="en-US" sz="2800" dirty="0">
                <a:solidFill>
                  <a:schemeClr val="bg1"/>
                </a:solidFill>
                <a:ea typeface="+mn-lt"/>
                <a:cs typeface="Miriam Libre"/>
              </a:rPr>
              <a:t>SELECT * FROM Users </a:t>
            </a: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Miriam Libre"/>
              </a:rPr>
              <a:t>   WHERE username = Param1 AND password=Param2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If a user submits:</a:t>
            </a:r>
            <a:endParaRPr lang="en-US" sz="2800" dirty="0">
              <a:solidFill>
                <a:schemeClr val="bg1"/>
              </a:solidFill>
              <a:latin typeface="Miriam Libre"/>
              <a:ea typeface="+mn-lt"/>
              <a:cs typeface="Miriam Libre"/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  username: ' OR 1=1 --</a:t>
            </a:r>
            <a:endParaRPr lang="en-US" sz="2800" dirty="0">
              <a:solidFill>
                <a:schemeClr val="bg1"/>
              </a:solidFill>
              <a:latin typeface="Miriam Libre" pitchFamily="2" charset="-79"/>
              <a:ea typeface="+mn-lt"/>
              <a:cs typeface="Miriam Libre" pitchFamily="2" charset="-79"/>
            </a:endParaRPr>
          </a:p>
          <a:p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  password: Anything</a:t>
            </a:r>
            <a:endParaRPr lang="en-US" sz="28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endParaRPr lang="en-US" sz="2800" dirty="0">
              <a:solidFill>
                <a:schemeClr val="bg1"/>
              </a:solidFill>
              <a:latin typeface="Aptos"/>
              <a:cs typeface="Miriam Libre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Then the query will be:</a:t>
            </a:r>
          </a:p>
          <a:p>
            <a:r>
              <a:rPr lang="en-US" sz="2800" dirty="0">
                <a:solidFill>
                  <a:schemeClr val="bg1"/>
                </a:solidFill>
                <a:latin typeface="Aptos"/>
                <a:cs typeface="Miriam Libre"/>
              </a:rPr>
              <a:t>   SELECT * FROM Users </a:t>
            </a:r>
          </a:p>
          <a:p>
            <a:r>
              <a:rPr lang="en-US" sz="2800" dirty="0">
                <a:solidFill>
                  <a:schemeClr val="bg1"/>
                </a:solidFill>
                <a:latin typeface="Aptos"/>
                <a:cs typeface="Miriam Libre"/>
              </a:rPr>
              <a:t>   WHERE username = '</a:t>
            </a:r>
            <a:r>
              <a:rPr lang="en-US" sz="2800" dirty="0">
                <a:solidFill>
                  <a:schemeClr val="accent2"/>
                </a:solidFill>
                <a:latin typeface="Aptos"/>
                <a:cs typeface="Miriam Libre"/>
              </a:rPr>
              <a:t>' OR 1=1 -- 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latin typeface="Aptos"/>
                <a:cs typeface="Miriam Libre"/>
              </a:rPr>
              <a:t>AND password = Anything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73730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SQL Injection - Results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A983-7AC4-63FF-EA9C-6085ED22683F}"/>
              </a:ext>
            </a:extLst>
          </p:cNvPr>
          <p:cNvSpPr txBox="1"/>
          <p:nvPr/>
        </p:nvSpPr>
        <p:spPr>
          <a:xfrm>
            <a:off x="542553" y="1273452"/>
            <a:ext cx="10659948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The injected query:</a:t>
            </a:r>
          </a:p>
          <a:p>
            <a:r>
              <a:rPr lang="en-US" sz="2800" dirty="0">
                <a:solidFill>
                  <a:schemeClr val="bg1"/>
                </a:solidFill>
                <a:latin typeface="Aptos"/>
                <a:cs typeface="Miriam Libre"/>
              </a:rPr>
              <a:t>   SELECT * FROM Users </a:t>
            </a:r>
          </a:p>
          <a:p>
            <a:r>
              <a:rPr lang="en-US" sz="2800" dirty="0">
                <a:solidFill>
                  <a:schemeClr val="bg1"/>
                </a:solidFill>
                <a:latin typeface="Aptos"/>
                <a:cs typeface="Miriam Libre"/>
              </a:rPr>
              <a:t>   WHERE username = '</a:t>
            </a:r>
            <a:r>
              <a:rPr lang="en-US" sz="2800" dirty="0">
                <a:solidFill>
                  <a:schemeClr val="accent2"/>
                </a:solidFill>
                <a:cs typeface="Miriam Libre"/>
              </a:rPr>
              <a:t>' OR 1=1 -- </a:t>
            </a:r>
            <a:r>
              <a:rPr lang="en-US" sz="2800" dirty="0">
                <a:solidFill>
                  <a:schemeClr val="bg1"/>
                </a:solidFill>
                <a:latin typeface="Aptos"/>
                <a:cs typeface="Miriam Libre"/>
              </a:rPr>
              <a:t> </a:t>
            </a:r>
            <a:r>
              <a:rPr lang="en-US" sz="2800" i="1" dirty="0">
                <a:solidFill>
                  <a:schemeClr val="bg1">
                    <a:lumMod val="65000"/>
                  </a:schemeClr>
                </a:solidFill>
                <a:latin typeface="Aptos"/>
                <a:cs typeface="Miriam Libre"/>
              </a:rPr>
              <a:t>AND password = Anything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Now, the query will return all users, because 1=1 is always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The malicious user can use it to login, steal information, or access and delete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16162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SQL Injection – More information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A983-7AC4-63FF-EA9C-6085ED22683F}"/>
              </a:ext>
            </a:extLst>
          </p:cNvPr>
          <p:cNvSpPr txBox="1"/>
          <p:nvPr/>
        </p:nvSpPr>
        <p:spPr>
          <a:xfrm>
            <a:off x="542553" y="1273452"/>
            <a:ext cx="10659948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cs typeface="Miriam Libre"/>
              </a:rPr>
              <a:t>You can use '--' sign for commenting the rest of the query in most SQL versions.</a:t>
            </a:r>
          </a:p>
          <a:p>
            <a:pPr marL="457200" indent="-45720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latin typeface="Miriam Libre"/>
                <a:cs typeface="Miriam Libre"/>
              </a:rPr>
              <a:t>SQL injections can get very complex and do a lot of things. In this meeting we would only beginner's level labs.</a:t>
            </a:r>
          </a:p>
          <a:p>
            <a:pPr marL="457200" indent="-45720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r>
              <a:rPr lang="en-US" sz="2800">
                <a:solidFill>
                  <a:srgbClr val="0070C0"/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SQL Injection Cheast Sheet</a:t>
            </a:r>
            <a:endParaRPr lang="en-US" sz="2800">
              <a:solidFill>
                <a:srgbClr val="0070C0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endParaRPr lang="en-US" sz="280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240339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04498" y="297371"/>
            <a:ext cx="11016714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000" b="1">
                <a:solidFill>
                  <a:srgbClr val="E2FE21"/>
                </a:solidFill>
                <a:latin typeface="Miriam Libre"/>
                <a:ea typeface="+mn-lt"/>
                <a:cs typeface="Miriam Libre"/>
              </a:rPr>
              <a:t>SQL Injection – More information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A983-7AC4-63FF-EA9C-6085ED22683F}"/>
              </a:ext>
            </a:extLst>
          </p:cNvPr>
          <p:cNvSpPr txBox="1"/>
          <p:nvPr/>
        </p:nvSpPr>
        <p:spPr>
          <a:xfrm>
            <a:off x="542553" y="1273452"/>
            <a:ext cx="1065994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Demo 1 – </a:t>
            </a: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Hack into admin account</a:t>
            </a:r>
            <a:endParaRPr lang="en-US" sz="2800" dirty="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</a:rPr>
              <a:t>Demo 2 – </a:t>
            </a:r>
            <a:r>
              <a:rPr lang="en-US" sz="2800" dirty="0">
                <a:solidFill>
                  <a:schemeClr val="bg1"/>
                </a:solidFill>
                <a:latin typeface="Miriam Libre"/>
                <a:cs typeface="Miriam Libre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hidden information</a:t>
            </a:r>
            <a:endParaRPr lang="en-US" sz="2800" dirty="0">
              <a:solidFill>
                <a:schemeClr val="bg1"/>
              </a:solidFill>
              <a:latin typeface="Miriam Libre"/>
              <a:cs typeface="Miriam Libre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solidFill>
                <a:schemeClr val="bg1"/>
              </a:solidFill>
              <a:latin typeface="Miriam Libre"/>
              <a:cs typeface="Miriam Libre"/>
            </a:endParaRPr>
          </a:p>
        </p:txBody>
      </p:sp>
    </p:spTree>
    <p:extLst>
      <p:ext uri="{BB962C8B-B14F-4D97-AF65-F5344CB8AC3E}">
        <p14:creationId xmlns:p14="http://schemas.microsoft.com/office/powerpoint/2010/main" val="4244575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FC6D6F-4E9C-868A-98B1-1DA0DDA1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311EF23-F64A-C782-28EA-1A8D297A9F1D}"/>
              </a:ext>
            </a:extLst>
          </p:cNvPr>
          <p:cNvSpPr/>
          <p:nvPr/>
        </p:nvSpPr>
        <p:spPr>
          <a:xfrm>
            <a:off x="1" y="6247180"/>
            <a:ext cx="12192000" cy="6108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480B6B1-9BD0-C14D-6C35-046B181B096E}"/>
              </a:ext>
            </a:extLst>
          </p:cNvPr>
          <p:cNvCxnSpPr/>
          <p:nvPr/>
        </p:nvCxnSpPr>
        <p:spPr>
          <a:xfrm>
            <a:off x="124358" y="1128369"/>
            <a:ext cx="11923775" cy="80467"/>
          </a:xfrm>
          <a:prstGeom prst="line">
            <a:avLst/>
          </a:prstGeom>
          <a:ln>
            <a:solidFill>
              <a:srgbClr val="E2F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DC1BB-F10B-06AB-68E6-BEC246A4E78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95747" y="6366654"/>
            <a:ext cx="2989117" cy="2437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6F6798-CB7E-F967-5BAF-A562F7DB9950}"/>
              </a:ext>
            </a:extLst>
          </p:cNvPr>
          <p:cNvSpPr txBox="1"/>
          <p:nvPr/>
        </p:nvSpPr>
        <p:spPr>
          <a:xfrm>
            <a:off x="641821" y="323475"/>
            <a:ext cx="7136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b="1">
                <a:solidFill>
                  <a:srgbClr val="E2FE21"/>
                </a:solidFill>
                <a:latin typeface="Miriam Libre" pitchFamily="2" charset="-79"/>
                <a:cs typeface="Miriam Libre" pitchFamily="2" charset="-79"/>
              </a:rPr>
              <a:t>Website</a:t>
            </a:r>
            <a:endParaRPr lang="he-IL" sz="4800" b="1">
              <a:solidFill>
                <a:srgbClr val="E2FE2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64316-BED0-E985-D34B-5228710A02F8}"/>
              </a:ext>
            </a:extLst>
          </p:cNvPr>
          <p:cNvSpPr txBox="1"/>
          <p:nvPr/>
        </p:nvSpPr>
        <p:spPr>
          <a:xfrm>
            <a:off x="707135" y="6373039"/>
            <a:ext cx="6097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defTabSz="914400" eaLnBrk="1" latinLnBrk="0" hangingPunct="1"/>
            <a:r>
              <a:rPr lang="en-US" sz="1000">
                <a:solidFill>
                  <a:srgbClr val="E2FE21"/>
                </a:solidFill>
                <a:effectLst/>
                <a:latin typeface="Miriam Libre" pitchFamily="2" charset="-79"/>
                <a:cs typeface="Miriam Libre" pitchFamily="2" charset="-79"/>
              </a:rPr>
              <a:t>01</a:t>
            </a:r>
            <a:r>
              <a:rPr lang="en-US" sz="1000">
                <a:solidFill>
                  <a:schemeClr val="bg1"/>
                </a:solidFill>
                <a:effectLst/>
                <a:latin typeface="Miriam Libre" pitchFamily="2" charset="-79"/>
                <a:cs typeface="Miriam Libre" pitchFamily="2" charset="-79"/>
              </a:rPr>
              <a:t>       Introduction</a:t>
            </a:r>
            <a:endParaRPr lang="en-IL" sz="1000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D305CE-ABB2-9CA8-4B59-A94B25C07A36}"/>
              </a:ext>
            </a:extLst>
          </p:cNvPr>
          <p:cNvSpPr txBox="1"/>
          <p:nvPr/>
        </p:nvSpPr>
        <p:spPr>
          <a:xfrm>
            <a:off x="480632" y="1339520"/>
            <a:ext cx="10659948" cy="45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56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Miriam Libre" pitchFamily="2" charset="-79"/>
                <a:cs typeface="Miriam Libre" pitchFamily="2" charset="-79"/>
              </a:rPr>
              <a:t>technipwn.github.io</a:t>
            </a:r>
            <a:endParaRPr lang="en-US" sz="2800" dirty="0">
              <a:solidFill>
                <a:schemeClr val="bg1"/>
              </a:solidFill>
              <a:effectLst/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8569356E-7B56-45C0-9601-8BF76696E2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0632" y="1838161"/>
            <a:ext cx="1076545" cy="1076545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B70E30E0-E318-4403-8928-8B7305B1D4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037" y="1947023"/>
            <a:ext cx="8751630" cy="385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2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160813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algn="ctr" defTabSz="914400" rtl="0" eaLnBrk="1" latinLnBrk="0" hangingPunct="1">
              <a:lnSpc>
                <a:spcPts val="6000"/>
              </a:lnSpc>
            </a:pPr>
            <a:r>
              <a:rPr lang="en-US" sz="6500" b="1">
                <a:solidFill>
                  <a:schemeClr val="bg1"/>
                </a:solidFill>
                <a:latin typeface="Miriam Libre"/>
                <a:cs typeface="Miriam Libre"/>
              </a:rPr>
              <a:t>Practice Time</a:t>
            </a:r>
          </a:p>
          <a:p>
            <a:pPr algn="ctr">
              <a:lnSpc>
                <a:spcPts val="6000"/>
              </a:lnSpc>
            </a:pPr>
            <a:r>
              <a:rPr lang="en-US" sz="4000" b="1">
                <a:solidFill>
                  <a:schemeClr val="bg1"/>
                </a:solidFill>
                <a:latin typeface="Miriam Libre"/>
                <a:cs typeface="Miriam Libre"/>
              </a:rPr>
              <a:t>Beginners | Advanced</a:t>
            </a:r>
            <a:endParaRPr lang="en-US" sz="4000" b="1">
              <a:solidFill>
                <a:schemeClr val="bg1"/>
              </a:solidFill>
              <a:latin typeface="Miriam Libre" pitchFamily="2" charset="-79"/>
              <a:cs typeface="Miriam Libre" pitchFamily="2" charset="-79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187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B5E059-5994-DBF7-AC04-B767191E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D002C8-CC40-FE0D-6F22-238967E65159}"/>
              </a:ext>
            </a:extLst>
          </p:cNvPr>
          <p:cNvSpPr txBox="1"/>
          <p:nvPr/>
        </p:nvSpPr>
        <p:spPr>
          <a:xfrm>
            <a:off x="2965094" y="4337270"/>
            <a:ext cx="6261812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500" b="1">
                <a:solidFill>
                  <a:schemeClr val="bg1"/>
                </a:solidFill>
                <a:latin typeface="Miriam Libre"/>
                <a:cs typeface="Miriam Libre"/>
              </a:rPr>
              <a:t>Next Week...</a:t>
            </a:r>
          </a:p>
          <a:p>
            <a:pPr algn="ctr">
              <a:lnSpc>
                <a:spcPts val="6000"/>
              </a:lnSpc>
            </a:pPr>
            <a:r>
              <a:rPr lang="en-US" sz="4400" b="1">
                <a:solidFill>
                  <a:srgbClr val="FFFFFF"/>
                </a:solidFill>
                <a:latin typeface="Miriam Libre"/>
                <a:cs typeface="Miriam Libre"/>
              </a:rPr>
              <a:t>web exploitation</a:t>
            </a:r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D4E373E-2B45-DD01-4EC1-69D14129E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26" y="6698054"/>
            <a:ext cx="12296852" cy="1665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4EDE1B2-AA06-4838-05EB-AC57A1D6F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1" y="524291"/>
            <a:ext cx="10585095" cy="520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94CD-45EB-20D5-25E7-31FAD1644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2171772"/>
            <a:ext cx="1333500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168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0" id="{ADB8F090-2687-4174-8D2A-5F5E6E56C21D}" vid="{7C8A1999-DC01-4F8D-AE95-63F5F8C774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- CTF</Template>
  <TotalTime>37</TotalTime>
  <Words>592</Words>
  <Application>Microsoft Office PowerPoint</Application>
  <PresentationFormat>Widescreen</PresentationFormat>
  <Paragraphs>116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Miriam Libre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Hili Levy</dc:creator>
  <cp:lastModifiedBy>Noam Ben-Shimon</cp:lastModifiedBy>
  <cp:revision>30</cp:revision>
  <dcterms:created xsi:type="dcterms:W3CDTF">2024-01-22T16:25:46Z</dcterms:created>
  <dcterms:modified xsi:type="dcterms:W3CDTF">2025-11-16T17:05:00Z</dcterms:modified>
</cp:coreProperties>
</file>